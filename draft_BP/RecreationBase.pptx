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293E-6A3E-1433-B4DD-6A1F8C350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98480-AAC5-5106-F970-162B6FC8D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FEBD-A5CA-D716-85FC-9B311CB5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CF102-F9BB-8BB0-FD6D-B2B7B847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A3CF-88B2-8AFA-072A-B6D92C98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8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7771-0038-8621-E547-82E8D879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829DE-F301-8101-C1F3-F8FAB38E0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4F01-21F3-2650-49AD-9FE0460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28CE-5D18-A3FE-BDFA-F5AC88E5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9591D-D333-AC8E-9986-C3C64DBD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8867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BB21-7094-35A3-8070-27CADB32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D1F29-7A94-274D-7EB2-11EB38A3F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74E7C-26ED-3ABA-32D3-A6F9F580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226D1-672A-F36D-2FE4-2D4AA0F4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299D-3F5E-255A-0155-4D6CB5D5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175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E3D8-DA4F-311D-E8A4-7C8582B8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83BB-C69E-1486-2480-3F2DB7725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8A416-2050-3ECA-0EDA-3F7C2AC87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24781-1BAA-F9CA-2809-AA3971BA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344CF-9C19-14C6-2526-A63BC1D49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C470-610D-DCEA-5501-546DE417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48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A3E7-3176-54A4-B507-F4F2D10EC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0B66D-3305-2D5B-C8CB-B2550728B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4C332-CE57-144F-D294-0B73CC87C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767BB-95F8-B0D9-1B97-A8EB82BE5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29956-18B8-FB54-50C2-2BF59A5B2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D8CD8-4762-5681-E38C-A5BE5404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26D2F-2D9F-5AFE-EAF8-8490292F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70952-DC45-1B67-6295-1C561548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0309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6D68-092F-54C1-2CAB-44AADCCC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C762B-A7E4-8795-A14E-BB424005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046B1-B767-B66E-DD84-537329F8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4ADEB-B358-AFE0-2DB2-6A5B1542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301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16D20-C9D3-2274-374A-8FA890AC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373FA-4F53-FEB7-E1C5-CAA88B9F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F2499-0DA2-DCE3-86C8-9B3BA247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8184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414C-B679-CECB-AC2B-3AB857CD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F150F-FF2B-9F8D-66FC-12879189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EEB8B-A8D1-7120-6266-256A46F40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8A74-7EFB-6332-EEA2-0DEA14C6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273BB-AB32-F7E2-530C-9283CCC7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16ABF-6591-6F08-0715-1EC65C84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9467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5B82-EE36-0B2F-C4A4-5B437255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B6B66-E6E3-35E0-CA73-CBA51C6E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4E299-D3C5-05AF-8D74-A90DD9EE3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A018E-BAEB-A48D-2CC4-1C99B3B1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27D52-EB9A-FDE7-4893-0AAEF6BA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29423-D81A-4FC4-5AF0-790317F2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964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36F5-4942-BEEB-E6B4-FC8B72D7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1C7F9-99EA-017F-2CAE-9D252830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4030C-986D-4641-7A00-08E5EC88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B3A3-2281-B37D-7019-95AE79F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3B5D9-255F-E33C-1EE4-CE74FCFA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006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DB60A-E6E1-A289-673C-E460AC7FE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C52C9-9DF9-0F20-BACF-02A08703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B537-9C30-E5EF-24FB-58A57A56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1C23A-5FB4-8245-D848-9015378B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2156-5E9A-A921-06A7-3619D2BC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7423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92969-0EFF-7E5C-5A81-FFA41249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FC0F3-2007-45B3-E47C-0D2CCA47A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DE0B-A003-8324-A15D-00B9AC45A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93C8C-AD0C-490C-A669-2FEE4951D134}" type="datetimeFigureOut">
              <a:rPr lang="en-DK" smtClean="0"/>
              <a:t>08/11/2025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FBB7F-0302-9EAB-9635-F52527A39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6E9E-CE28-6550-74B4-EE5A236EF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5D3D7-223F-4421-BFC9-6716A64C23E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6969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lgrittner/nanoGPT-LoR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A5B9-E002-130D-45D1-D03D882DD1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Recreating</a:t>
            </a:r>
            <a:r>
              <a:rPr lang="da-DK" dirty="0"/>
              <a:t> </a:t>
            </a:r>
            <a:r>
              <a:rPr lang="da-DK" dirty="0" err="1"/>
              <a:t>weak</a:t>
            </a:r>
            <a:r>
              <a:rPr lang="da-DK" dirty="0"/>
              <a:t> </a:t>
            </a:r>
            <a:r>
              <a:rPr lang="da-DK" dirty="0" err="1"/>
              <a:t>specialisation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929F3-CDF9-0630-3AEA-5CD47E4D6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7874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51B4-D3F3-7560-787B-BA93E16B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Repo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B889B-4417-18A9-5DA4-90009B02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https://github.com/danielgrittner/nanoGPT-LoRA</a:t>
            </a:r>
            <a:r>
              <a:rPr lang="en-US" dirty="0"/>
              <a:t> </a:t>
            </a:r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CE811-8856-E1B4-23E5-E51522134765}"/>
              </a:ext>
            </a:extLst>
          </p:cNvPr>
          <p:cNvSpPr txBox="1"/>
          <p:nvPr/>
        </p:nvSpPr>
        <p:spPr>
          <a:xfrm>
            <a:off x="838200" y="23997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NimbusRomNo9L-Regu"/>
              </a:rPr>
              <a:t>experiments based on the publicly available </a:t>
            </a:r>
            <a:r>
              <a:rPr lang="en-US" sz="1800" b="0" i="0" u="none" strike="noStrike" baseline="0" dirty="0" err="1">
                <a:latin typeface="NimbusRomNo9L-Regu"/>
              </a:rPr>
              <a:t>LoRA</a:t>
            </a:r>
            <a:r>
              <a:rPr lang="en-US" sz="1800" b="0" i="0" u="none" strike="noStrike" baseline="0" dirty="0">
                <a:latin typeface="NimbusRomNo9L-Regu"/>
              </a:rPr>
              <a:t> extension (Grittner, 2023) of the</a:t>
            </a:r>
          </a:p>
          <a:p>
            <a:pPr algn="l"/>
            <a:r>
              <a:rPr lang="en-US" sz="1800" b="0" i="0" u="none" strike="noStrike" baseline="0" dirty="0" err="1">
                <a:latin typeface="NimbusRomNo9L-Regu"/>
              </a:rPr>
              <a:t>nanoGPT</a:t>
            </a:r>
            <a:r>
              <a:rPr lang="en-US" sz="1800" b="0" i="0" u="none" strike="noStrike" baseline="0" dirty="0">
                <a:latin typeface="NimbusRomNo9L-Regu"/>
              </a:rPr>
              <a:t> library (</a:t>
            </a:r>
            <a:r>
              <a:rPr lang="en-US" sz="1800" b="0" i="0" u="none" strike="noStrike" baseline="0" dirty="0" err="1">
                <a:latin typeface="NimbusRomNo9L-Regu"/>
              </a:rPr>
              <a:t>Karpathy</a:t>
            </a:r>
            <a:r>
              <a:rPr lang="en-US" sz="1800" b="0" i="0" u="none" strike="noStrike" baseline="0" dirty="0">
                <a:latin typeface="NimbusRomNo9L-Regu"/>
              </a:rPr>
              <a:t>, 2023) on a single A100-SXM4-40GB GPU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52160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151F06-9AD3-6823-68B4-B9A6EADC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58" y="1590675"/>
            <a:ext cx="74485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5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A0444A-694D-9345-FC75-6EA7D936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48930"/>
              </p:ext>
            </p:extLst>
          </p:nvPr>
        </p:nvGraphicFramePr>
        <p:xfrm>
          <a:off x="2083443" y="83059"/>
          <a:ext cx="8076557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557">
                  <a:extLst>
                    <a:ext uri="{9D8B030D-6E8A-4147-A177-3AD203B41FA5}">
                      <a16:colId xmlns:a16="http://schemas.microsoft.com/office/drawing/2014/main" val="4098246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31629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21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Base model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nanoGPT</a:t>
                      </a:r>
                      <a:r>
                        <a:rPr lang="da-DK" dirty="0"/>
                        <a:t> with </a:t>
                      </a:r>
                      <a:r>
                        <a:rPr lang="da-DK" dirty="0" err="1"/>
                        <a:t>LoRA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extention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752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Dropout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0.2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566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Learning rate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9.6e-4 (min 9.6e-5)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89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Weight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decay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0.5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653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Enbaled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biases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For 6k </a:t>
                      </a:r>
                      <a:r>
                        <a:rPr lang="da-DK" dirty="0" err="1"/>
                        <a:t>itterations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07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Token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passed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through</a:t>
                      </a:r>
                      <a:r>
                        <a:rPr lang="da-DK" dirty="0"/>
                        <a:t> /</a:t>
                      </a:r>
                      <a:r>
                        <a:rPr lang="da-DK" dirty="0" err="1"/>
                        <a:t>itteration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1048576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65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Gradient </a:t>
                      </a:r>
                      <a:r>
                        <a:rPr lang="da-DK" dirty="0" err="1"/>
                        <a:t>accumulation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128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916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Batch </a:t>
                      </a:r>
                      <a:r>
                        <a:rPr lang="da-DK" dirty="0" err="1"/>
                        <a:t>size</a:t>
                      </a:r>
                      <a:r>
                        <a:rPr lang="da-DK" dirty="0"/>
                        <a:t> 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55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Sequence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lenght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1024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151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Total </a:t>
                      </a:r>
                      <a:r>
                        <a:rPr lang="da-DK" dirty="0" err="1"/>
                        <a:t>tokens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see</a:t>
                      </a:r>
                      <a:r>
                        <a:rPr lang="da-DK" dirty="0"/>
                        <a:t> by model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6B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84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 </a:t>
                      </a:r>
                      <a:r>
                        <a:rPr lang="da-DK" dirty="0" err="1"/>
                        <a:t>experts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32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Tokens</a:t>
                      </a:r>
                      <a:r>
                        <a:rPr lang="da-DK" dirty="0"/>
                        <a:t> / parameter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 (</a:t>
                      </a:r>
                      <a:r>
                        <a:rPr lang="da-DK" dirty="0" err="1"/>
                        <a:t>chincilla</a:t>
                      </a:r>
                      <a:r>
                        <a:rPr lang="da-DK" dirty="0"/>
                        <a:t>)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60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Optional</a:t>
                      </a:r>
                      <a:r>
                        <a:rPr lang="da-DK" dirty="0"/>
                        <a:t> load </a:t>
                      </a:r>
                      <a:r>
                        <a:rPr lang="da-DK" dirty="0" err="1"/>
                        <a:t>balancing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loss</a:t>
                      </a:r>
                      <a:r>
                        <a:rPr lang="da-DK" dirty="0"/>
                        <a:t> (</a:t>
                      </a:r>
                      <a:r>
                        <a:rPr lang="da-DK" dirty="0" err="1"/>
                        <a:t>experts</a:t>
                      </a:r>
                      <a:r>
                        <a:rPr lang="da-DK" dirty="0"/>
                        <a:t>)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Weight</a:t>
                      </a:r>
                      <a:r>
                        <a:rPr lang="da-DK" dirty="0"/>
                        <a:t> lambda=0.01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96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Tokenizer</a:t>
                      </a:r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Openai</a:t>
                      </a:r>
                      <a:r>
                        <a:rPr lang="da-DK" dirty="0"/>
                        <a:t> gpt-2</a:t>
                      </a:r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19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91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70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19697D-5187-6233-EE33-B6986921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7" y="334099"/>
            <a:ext cx="6274805" cy="19253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17353-DB5A-4297-2A23-B0ADA406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7" y="2869195"/>
            <a:ext cx="7305675" cy="1466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0F5E7F-CE7A-1BB2-5759-6F43EF7D4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14" y="4584720"/>
            <a:ext cx="4525822" cy="155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3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160769-AF3C-E37E-418E-3C8C70A527E9}"/>
              </a:ext>
            </a:extLst>
          </p:cNvPr>
          <p:cNvSpPr txBox="1"/>
          <p:nvPr/>
        </p:nvSpPr>
        <p:spPr>
          <a:xfrm>
            <a:off x="396434" y="436166"/>
            <a:ext cx="6094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 for </a:t>
            </a:r>
            <a:r>
              <a:rPr lang="en-US" dirty="0" err="1"/>
              <a:t>teh</a:t>
            </a:r>
            <a:r>
              <a:rPr lang="en-US" dirty="0"/>
              <a:t> language modelling tasks, it looks like it uses on rolling average each expert some given % of the time? Suggesting possible </a:t>
            </a:r>
            <a:r>
              <a:rPr lang="en-US" dirty="0" err="1"/>
              <a:t>specialisation</a:t>
            </a:r>
            <a:r>
              <a:rPr lang="en-US" dirty="0"/>
              <a:t> when not 25% because it is unlikely that each </a:t>
            </a:r>
            <a:r>
              <a:rPr lang="en-US" dirty="0" err="1"/>
              <a:t>specialisation</a:t>
            </a:r>
            <a:r>
              <a:rPr lang="en-US" dirty="0"/>
              <a:t> would be exactly equally needed for this </a:t>
            </a:r>
            <a:r>
              <a:rPr lang="en-US" dirty="0" err="1"/>
              <a:t>lanauge</a:t>
            </a:r>
            <a:r>
              <a:rPr lang="en-US" dirty="0"/>
              <a:t> task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7E463-8501-914B-C0CE-1A27C422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70" y="2453833"/>
            <a:ext cx="2735314" cy="3611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529319-302F-EF55-9678-2A58EFACA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800" y="2342767"/>
            <a:ext cx="2853128" cy="3782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326037-D37C-4768-8B55-63329C95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184" y="2342767"/>
            <a:ext cx="2912378" cy="37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7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2DFC46-BCE7-EC67-3470-531B3F391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77" y="457803"/>
            <a:ext cx="4332790" cy="231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6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2705</TotalTime>
  <Words>155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NimbusRomNo9L-Regu</vt:lpstr>
      <vt:lpstr>Office Theme</vt:lpstr>
      <vt:lpstr>Recreating weak specialisation</vt:lpstr>
      <vt:lpstr>Repo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Olov Rikard Pettersson</dc:creator>
  <cp:lastModifiedBy>Björn Olov Rikard Pettersson</cp:lastModifiedBy>
  <cp:revision>2</cp:revision>
  <dcterms:created xsi:type="dcterms:W3CDTF">2025-11-06T07:12:48Z</dcterms:created>
  <dcterms:modified xsi:type="dcterms:W3CDTF">2025-11-09T15:22:22Z</dcterms:modified>
</cp:coreProperties>
</file>